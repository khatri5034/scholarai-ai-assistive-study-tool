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32004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8288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4008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91440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37160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731520"/>
            <a:ext cx="868680" cy="-27432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5720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73152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7072" y="98755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120700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38404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777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365760" y="1783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Multi-Agent Assistive Learning Platform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2487168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606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GenAI system that closes the loop between quiz scores and personalized adaptive learning — using retrieval-augmented generation and multi-agent orchestration.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01368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01368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36976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36976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72584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72584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08192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08192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4380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4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4380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3716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630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65176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93192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2336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21208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0352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49224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36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7724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638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Problem Matter?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777240" y="1810512"/>
            <a:ext cx="1828800" cy="274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report not understanding why they got quiz answers wrong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64408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1:30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3721608" y="1810512"/>
            <a:ext cx="1828800" cy="274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instructor-to-student ratio makes individual feedback impossible at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6665976" y="1810512"/>
            <a:ext cx="1828800" cy="27432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retention when students receive personalized explanations vs. grades alone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Pain Points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520440"/>
            <a:ext cx="502920" cy="502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quiz scores but get no guided path to fix misconceptions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64408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52044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50208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can't scale per-student feedback — manual workflows break past ~30 students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08776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52044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94576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LLMs hallucinate or give generic answers not grounded in course content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Others Are Doing — And Where They Fall Short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64008" cy="18105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515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LLM Tutors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ChatGPT, Khanmigo, Socratic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Answer student questions in natural language using a general-purpose LLM.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233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grounded in course-specific material. No quiz workflow. No instructor role.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914400"/>
            <a:ext cx="64008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0515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0527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RAG-Only Systems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0527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LlamaIndex apps, custom chatbots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3717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Retrieve context from documents and inject into prompts for grounded Q&amp;A.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3717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2122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Single-mode: only Q&amp;A. No agents, no assessment loop, no role differentiation.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4320" y="2907792"/>
            <a:ext cx="64008" cy="1810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044952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7043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Quiz Tools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7043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Canvas, Moodle, Google Forms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0233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Assign and grade quizzes. Track scores. Manage submissions at scale.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0233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16966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638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AI explanations. No adaptive feedback. Score is the end of the loop.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0916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709160" y="2907792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44952"/>
            <a:ext cx="594360" cy="5943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0527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560527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AutoGPT, LangGraph, CrewAI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3717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Multi-agent orchestration for complex workflows using LLM tool-calling.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83717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169664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2122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General-purpose — not tailored to education, assessment, or grounding.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ScholarAI: Combining the Best of All Worlds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059669">
              <a:alpha val="35000"/>
            </a:srgbClr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84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8961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unify RAG grounding + multi-agent task routing + role-aware assessment workflows in a single platform.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719072"/>
            <a:ext cx="859536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719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0560" y="17190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7190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21762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(RAG)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2176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/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2249424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4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2494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706624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27066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task routing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80560" y="2706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46520" y="2779776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4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465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modes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236976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2369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" y="32369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(Prof + Student)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056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46520" y="331012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4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46520" y="3310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8912" y="37673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assign → grade → explain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80560" y="3767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46520" y="384048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45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46520" y="38404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Loop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74320" y="429768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8912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480560" y="4297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46520" y="437083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4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46520" y="4370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5176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408176"/>
            <a:ext cx="429768" cy="4297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" y="1874520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058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+ personal files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2121408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157984"/>
            <a:ext cx="429768" cy="4297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5508" y="2624328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100584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per topic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2871216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907792"/>
            <a:ext cx="429768" cy="4297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5508" y="3374136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10058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84048" y="3621024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657600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621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5840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agent prompt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54680" y="822960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Router</a:t>
            </a:r>
            <a:endParaRPr lang="en-US" sz="13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Detection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2461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916936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764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6177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2916936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480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2461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3666744"/>
            <a:ext cx="438912" cy="4389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764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6177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8" y="3666744"/>
            <a:ext cx="438912" cy="43891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1480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217920" y="822960"/>
            <a:ext cx="27432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1325880"/>
            <a:ext cx="548640" cy="54864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50608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7150608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 / Student)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217920" y="288036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43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429000"/>
            <a:ext cx="438912" cy="438912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858000" y="34290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1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4087368"/>
            <a:ext cx="438912" cy="43891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858000" y="40873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(topic-owner)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2880360" y="2834640"/>
            <a:ext cx="25603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3072384" y="27432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Shape 48"/>
          <p:cNvSpPr/>
          <p:nvPr/>
        </p:nvSpPr>
        <p:spPr>
          <a:xfrm>
            <a:off x="5989320" y="26517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6126480" y="2560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Learning Loop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45920"/>
            <a:ext cx="694944" cy="694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uploads course docs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72768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91056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82496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645920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82496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Create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746504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MCQ/short-answer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80944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99232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090672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645920"/>
            <a:ext cx="694944" cy="6949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090672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154680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in-platform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389120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407408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498848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45920"/>
            <a:ext cx="694944" cy="6949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98848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Auto-Grade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62856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answer key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797296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815584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907024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645920"/>
            <a:ext cx="694944" cy="6949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907024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971032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each answer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7205472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7223760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31520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1645920"/>
            <a:ext cx="694944" cy="69494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31520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Plan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737920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remediation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74320" y="4462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59669">
              <a:alpha val="4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27432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RAG-grounded (steps 1–3)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800600" y="4462272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4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800600" y="44622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Agentic pipeline (steps 4–6)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Evaluated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69848"/>
            <a:ext cx="731520" cy="731520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106424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Groundedness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responses stay within the uploaded document context?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Manually compare model output vs. retrieved chunks. Check for off-context fabrication.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34440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responses citing retrieved material vs. hallucinated claims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36592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73752" y="1069848"/>
            <a:ext cx="731520" cy="731520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106424"/>
            <a:ext cx="658368" cy="6583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144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Completion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64608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full assign → submit → review loop complete reliably?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64608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End-to-end workflow trace: professor assigns, student submits, auto-grade fires, results visible.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96712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96712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end-to-end runs completing without error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1480" y="3218688"/>
            <a:ext cx="731520" cy="731520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255264"/>
            <a:ext cx="658368" cy="6583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02336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real users operate both professor and student flows in real time?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02336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Role-based walkthrough with test users. Measure time-to-complete per task.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1234440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30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234440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Task completion rate, time-on-task per workflow step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36592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873752" y="3218688"/>
            <a:ext cx="731520" cy="73152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255264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24144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64608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system handle edge cases (missing topics, auth, fallbacks)?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864608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Inject failure conditions: missing topic, bad owner resolution, empty retrieval.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696712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8B5CF6">
              <a:alpha val="30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696712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Fallback trigger rate, graceful error handling 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Behavior &amp; Key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82880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 completes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in all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3675888" y="1600200"/>
            <a:ext cx="18288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Q&amp;A responses grounded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— no hallucinations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620256" y="1600200"/>
            <a:ext cx="1828800" cy="27432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fully separated — Prof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workflows operate in 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Findings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82112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9264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freely explore personal topics with their own uploaded files — independent of the course structure.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36592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36592" y="30632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3182112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31536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Course-invited students access professor-shared topic files seamlessly; ownership model holds without conflicts.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74320" y="386791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8678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9264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controls maintain full workflow integrity — students can't access or modify professor materials.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36592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36592" y="386791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986784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31536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 answer matching occasionally misses semantically equivalent responses — known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124712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52144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996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Quality Dependency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36245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output quality is capped by what's in the uploaded files. Poor or sparse documents yield weak responses.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947672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1947672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" y="2112264"/>
            <a:ext cx="493776" cy="493776"/>
          </a:xfrm>
          <a:prstGeom prst="ellipse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39696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Answer Matching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78992" y="2350008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grading uses simple heuristics. Semantically equivalent answers can be wrongly marked incorrect.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2935224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74320" y="2935224"/>
            <a:ext cx="64008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8912" y="3099816"/>
            <a:ext cx="493776" cy="493776"/>
          </a:xfrm>
          <a:prstGeom prst="ellipse">
            <a:avLst/>
          </a:prstGeom>
          <a:solidFill>
            <a:srgbClr val="64748B">
              <a:alpha val="55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272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8992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Analytics Dashboard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78992" y="333756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cohort-level view for instructors yet — only per-student score data is visible today.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3922776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74320" y="392277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8912" y="4087368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114800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78992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Topic-Owner Consistency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78992" y="4325112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topic or owner metadata is inconsistent, the retrieval routing can fail silently and return empty context.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understood and has a clear mitigation path — see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05840"/>
            <a:ext cx="658368" cy="658368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42416"/>
            <a:ext cx="585216" cy="585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Grading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matching with embedding-based semantic similarity and rubric-aware scoring.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36008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36008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8416" y="1005840"/>
            <a:ext cx="658368" cy="658368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042416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0128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Auto-Remediation Plans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28416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quiz grading, automatically generate per-student study plans targeting identified weak concepts.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63056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80376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80376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272784" y="1005840"/>
            <a:ext cx="658368" cy="658368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42416"/>
            <a:ext cx="585216" cy="5852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Analytics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72784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dashboards: concept mastery trends, at-risk student flags, per-question difficulty.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91640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6916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84048" y="3017520"/>
            <a:ext cx="658368" cy="658368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054096"/>
            <a:ext cx="585216" cy="5852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Canvas / Moodle API integration for quiz sync, grade passback, and roster management.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18688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636008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636008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328416" y="3017520"/>
            <a:ext cx="658368" cy="658368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54096"/>
            <a:ext cx="585216" cy="58521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310128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Agent Memory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328416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student profiles with learning history so agents personalize across multiple sessions.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63056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580376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580376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272784" y="3017520"/>
            <a:ext cx="658368" cy="658368"/>
          </a:xfrm>
          <a:prstGeom prst="ellipse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54096"/>
            <a:ext cx="585216" cy="58521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54496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Quiz Difficulty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272784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question difficulty based on student performance history and concept mastery.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2860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68580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96012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141732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777240"/>
            <a:ext cx="868680" cy="-27432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50292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77724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59952" y="103327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9248" y="125272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42976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82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365760" y="987552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234440"/>
            <a:ext cx="621792" cy="621792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27101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117957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GenAI — not just a chatbot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70432" y="152704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combines RAG grounding, multi-agent routing, and role-aware workflows into a coherent educational system.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2075688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2167128"/>
            <a:ext cx="621792" cy="621792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203704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70432" y="211226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closed loop is the differentiator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70432" y="24597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from: assign a quiz → get a score, to: assign → submit → explain → remediate → plan — is what makes this a learning tool, not just a quiz tool.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3008376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74320" y="3008376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11480" y="3099816"/>
            <a:ext cx="621792" cy="621792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136392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30449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makes GenAI trustworthy in education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70432" y="339242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RAG, LLM responses are unreliable in course-specific contexts. Retrieval anchors every answer to actual instructional material.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74320" y="3941064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274320" y="3941064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11480" y="4032504"/>
            <a:ext cx="621792" cy="621792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406908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70432" y="39776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for adaptive learning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70432" y="432511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on semantic grading, auto-remediation, and analytics turns ScholarAI into a full adaptive learning platform.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GenAI Class Project  ·  RAG + Multi-Agent Learning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ScholarAI — RAG + Multi-Agent Learning Platform</dc:title>
  <dc:subject>PptxGenJS Presentation</dc:subject>
  <dc:creator>PptxGenJS</dc:creator>
  <cp:lastModifiedBy>PptxGenJS</cp:lastModifiedBy>
  <cp:revision>1</cp:revision>
  <dcterms:created xsi:type="dcterms:W3CDTF">2026-05-08T18:33:23Z</dcterms:created>
  <dcterms:modified xsi:type="dcterms:W3CDTF">2026-05-08T18:33:23Z</dcterms:modified>
</cp:coreProperties>
</file>