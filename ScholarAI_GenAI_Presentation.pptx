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82855"/>
                </a:solidFill>
              </a:defRPr>
            </a:pPr>
            <a:r>
              <a:t>ScholarAI — GenAI Class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RAG + Multi-Agent Assistive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1)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Post-quiz learning gap: students get scores but lack guided improvement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Instructors need scalable, per-student feedback workflows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Generic LLM responses are unreliable without course grounding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2) GenAI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Use grounded GenAI to support assessment and remediation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Generate quizzes, explanations, and study plans from course materials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Close the loop: submission -&gt; diagnosis -&gt; personalized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82855"/>
                </a:solidFill>
              </a:defRPr>
            </a:pPr>
            <a:r>
              <a:t>3) Method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361EE"/>
                </a:solidFill>
              </a:defRPr>
            </a:pPr>
            <a:r>
              <a:t>RAG Pipeline</a:t>
            </a:r>
          </a:p>
          <a:p>
            <a:pPr lvl="1">
              <a:defRPr sz="2000">
                <a:solidFill>
                  <a:srgbClr val="2D2D2D"/>
                </a:solidFill>
              </a:defRPr>
            </a:pPr>
            <a:r>
              <a:t>Upload course/personal documents</a:t>
            </a:r>
          </a:p>
          <a:p>
            <a:pPr lvl="1">
              <a:defRPr sz="2000">
                <a:solidFill>
                  <a:srgbClr val="2D2D2D"/>
                </a:solidFill>
              </a:defRPr>
            </a:pPr>
            <a:r>
              <a:t>Chunk + embed to vector index</a:t>
            </a:r>
          </a:p>
          <a:p>
            <a:pPr lvl="1">
              <a:defRPr sz="2000">
                <a:solidFill>
                  <a:srgbClr val="2D2D2D"/>
                </a:solidFill>
              </a:defRPr>
            </a:pPr>
            <a:r>
              <a:t>Retrieve relevant context per query</a:t>
            </a:r>
          </a:p>
          <a:p>
            <a:pPr lvl="1">
              <a:defRPr sz="2000">
                <a:solidFill>
                  <a:srgbClr val="2D2D2D"/>
                </a:solidFill>
              </a:defRPr>
            </a:pPr>
            <a:r>
              <a:t>Inject context into model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361EE"/>
                </a:solidFill>
              </a:defRPr>
            </a:pPr>
            <a:r>
              <a:t>Agentic Pipeline</a:t>
            </a:r>
          </a:p>
          <a:p>
            <a:pPr lvl="1">
              <a:defRPr sz="2000">
                <a:solidFill>
                  <a:srgbClr val="2D2D2D"/>
                </a:solidFill>
              </a:defRPr>
            </a:pPr>
            <a:r>
              <a:t>Mode-based routing (answer/planner/quiz/explain)</a:t>
            </a:r>
          </a:p>
          <a:p>
            <a:pPr lvl="1">
              <a:defRPr sz="2000">
                <a:solidFill>
                  <a:srgbClr val="2D2D2D"/>
                </a:solidFill>
              </a:defRPr>
            </a:pPr>
            <a:r>
              <a:t>Prompt templates per task</a:t>
            </a:r>
          </a:p>
          <a:p>
            <a:pPr lvl="1">
              <a:defRPr sz="2000">
                <a:solidFill>
                  <a:srgbClr val="2D2D2D"/>
                </a:solidFill>
              </a:defRPr>
            </a:pPr>
            <a:r>
              <a:t>Role-aware behavior (professor vs student)</a:t>
            </a:r>
          </a:p>
          <a:p>
            <a:pPr lvl="1">
              <a:defRPr sz="2000">
                <a:solidFill>
                  <a:srgbClr val="2D2D2D"/>
                </a:solidFill>
              </a:defRPr>
            </a:pPr>
            <a:r>
              <a:t>Structured outputs for workflow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4)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Frontend: Next.js + role-aware UI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Backend: FastAPI with multi-agent orchestration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Data: Firebase Auth + Firestore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RAG storage/indexing under topic-owner folders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5) Key GenAI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RAG-grounded Q&amp;A for study chat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AI-generated study planner (including follow-up block explanations)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AI-generated quiz creation (MCQ or short-answer)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Quiz answer explanation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6) Assessment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Professor assigns generated/manual quizzes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Student submits answers in-place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Automatic grading from answer key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Professor reviews per-student score and responses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7)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Submission data identifies weak concepts per student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Professor can provide targeted feedback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Platform supports generating focused study plans after quiz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8) Results / System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Supports both LMS-guided and independent learning modes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Students can explore personal topics with their own files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Course-invited students can access professor-shared topic files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Role and permission controls maintain workflow integrity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9) Evaluation (What we check)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Groundedness: responses align with retrieved material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Task completion: assign -&gt; submit -&gt; review end-to-end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Usability: professor/student workflows are operable in real time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Reliability: fallback handling for owner/topic resolution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10)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Current quality depends on uploaded document quality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Simple answer matching heuristics can miss nuanced equivalence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No advanced analytics dashboard yet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Topic-owner resolution still requires careful data consistency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11)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Stronger rubric-based grading and semantic answer comparison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Automated personalized remediation plans per weak objective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Instructor analytics (cohort trends, concept mastery)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Direct LMS API integration (Canvas/Moodle)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82855"/>
                </a:solidFill>
              </a:defRPr>
            </a:pPr>
            <a:r>
              <a:t>12)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D2D2D"/>
                </a:solidFill>
              </a:defRPr>
            </a:pPr>
            <a:r>
              <a:t>This project demonstrates practical GenAI integration, not just chatbot usage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RAG + agents + workflow state enables measurable learning support</a:t>
            </a:r>
          </a:p>
          <a:p>
            <a:pPr>
              <a:defRPr sz="2300">
                <a:solidFill>
                  <a:srgbClr val="2D2D2D"/>
                </a:solidFill>
              </a:defRPr>
            </a:pPr>
            <a:r>
              <a:t>Main impact: moving from static quiz scores to adaptive learning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